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50292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 descr="雷达mid36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274320"/>
            <a:ext cx="822960" cy="619699"/>
          </a:xfrm>
          <a:prstGeom prst="rect">
            <a:avLst/>
          </a:prstGeom>
          <a:ln w="12700">
            <a:solidFill>
              <a:srgbClr val="4472C4"/>
            </a:solidFill>
            <a:prstDash val="dash"/>
          </a:ln>
        </p:spPr>
      </p:pic>
      <p:sp>
        <p:nvSpPr>
          <p:cNvPr id="4" name="TextBox 3"/>
          <p:cNvSpPr txBox="1"/>
          <p:nvPr/>
        </p:nvSpPr>
        <p:spPr>
          <a:xfrm>
            <a:off x="2926080" y="93973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latin typeface="Arial" panose="020B0604020202020204"/>
              </a:defRPr>
            </a:pPr>
            <a:r>
              <a:t>(a) Livox Mid-360 LiDAR</a:t>
            </a:r>
          </a:p>
        </p:txBody>
      </p:sp>
      <p:pic>
        <p:nvPicPr>
          <p:cNvPr id="5" name="Picture 4" descr="工控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554480"/>
            <a:ext cx="822960" cy="619699"/>
          </a:xfrm>
          <a:prstGeom prst="rect">
            <a:avLst/>
          </a:prstGeom>
          <a:ln w="12700">
            <a:solidFill>
              <a:srgbClr val="4472C4"/>
            </a:solidFill>
            <a:prstDash val="dash"/>
          </a:ln>
        </p:spPr>
      </p:pic>
      <p:sp>
        <p:nvSpPr>
          <p:cNvPr id="6" name="TextBox 5"/>
          <p:cNvSpPr txBox="1"/>
          <p:nvPr/>
        </p:nvSpPr>
        <p:spPr>
          <a:xfrm>
            <a:off x="2926080" y="221989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latin typeface="Arial" panose="020B0604020202020204"/>
              </a:defRPr>
            </a:pPr>
            <a:r>
              <a:t>(b) Jetson AGX Orin</a:t>
            </a:r>
          </a:p>
        </p:txBody>
      </p:sp>
      <p:pic>
        <p:nvPicPr>
          <p:cNvPr id="7" name="Picture 6" descr="无人小车底盘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834640"/>
            <a:ext cx="822960" cy="437523"/>
          </a:xfrm>
          <a:prstGeom prst="rect">
            <a:avLst/>
          </a:prstGeom>
          <a:ln w="12700">
            <a:solidFill>
              <a:srgbClr val="4472C4"/>
            </a:solidFill>
            <a:prstDash val="dash"/>
          </a:ln>
        </p:spPr>
      </p:pic>
      <p:sp>
        <p:nvSpPr>
          <p:cNvPr id="8" name="TextBox 7"/>
          <p:cNvSpPr txBox="1"/>
          <p:nvPr/>
        </p:nvSpPr>
        <p:spPr>
          <a:xfrm>
            <a:off x="2926080" y="3317883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latin typeface="Arial" panose="020B0604020202020204"/>
              </a:defRPr>
            </a:pPr>
            <a:r>
              <a:t>(c) Ackermann chassis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011680" y="822960"/>
            <a:ext cx="1188720" cy="73152"/>
          </a:xfrm>
          <a:prstGeom prst="rightArrow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463040" y="2011680"/>
            <a:ext cx="1737360" cy="73152"/>
          </a:xfrm>
          <a:prstGeom prst="rightArrow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2011680" y="3108960"/>
            <a:ext cx="1188720" cy="73152"/>
          </a:xfrm>
          <a:prstGeom prst="rightArrow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图片 11" descr="fig_platform_robo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435" y="91440"/>
            <a:ext cx="2314575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</Words>
  <Application>WPS 演示</Application>
  <PresentationFormat>On-screen Show (4:3)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</vt:lpstr>
      <vt:lpstr>Calibri</vt:lpstr>
      <vt:lpstr>微软雅黑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sun</cp:lastModifiedBy>
  <cp:revision>2</cp:revision>
  <dcterms:created xsi:type="dcterms:W3CDTF">2026-03-12T04:31:25Z</dcterms:created>
  <dcterms:modified xsi:type="dcterms:W3CDTF">2026-03-12T04:31:25Z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D353FC4B327B1E319D41B2690CA9D545_42</vt:lpwstr>
  </property>
  <property fmtid="{D5CDD505-2E9C-101B-9397-08002B2CF9AE}" pid="3" name="KSOProductBuildVer">
    <vt:lpwstr>2052-12.1.2.24722</vt:lpwstr>
  </property>
</Properties>
</file>