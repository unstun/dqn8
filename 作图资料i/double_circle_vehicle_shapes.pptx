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8" d="100"/>
          <a:sy n="58" d="100"/>
        </p:scale>
        <p:origin x="782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1295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图示&#10;&#10;AI 生成的内容可能不正确。">
            <a:extLst>
              <a:ext uri="{FF2B5EF4-FFF2-40B4-BE49-F238E27FC236}">
                <a16:creationId xmlns:a16="http://schemas.microsoft.com/office/drawing/2014/main" id="{36333BD7-AE35-4095-AB05-9A8B034FE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481475" y="-142752"/>
            <a:ext cx="5610554" cy="694944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564" y="50829"/>
            <a:ext cx="6561192" cy="6561192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3760284" y="50829"/>
            <a:ext cx="6561192" cy="6561192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1828800" y="548640"/>
            <a:ext cx="6949440" cy="5565569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Shape 3"/>
          <p:cNvSpPr/>
          <p:nvPr/>
        </p:nvSpPr>
        <p:spPr>
          <a:xfrm>
            <a:off x="3447288" y="3212552"/>
            <a:ext cx="237744" cy="23774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6922008" y="3212552"/>
            <a:ext cx="237744" cy="23774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</Words>
  <Application>Microsoft Office PowerPoint</Application>
  <PresentationFormat>宽屏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七号 孙</cp:lastModifiedBy>
  <cp:revision>2</cp:revision>
  <dcterms:created xsi:type="dcterms:W3CDTF">2026-01-27T14:52:26Z</dcterms:created>
  <dcterms:modified xsi:type="dcterms:W3CDTF">2026-01-29T07:05:54Z</dcterms:modified>
</cp:coreProperties>
</file>